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sldIdLst>
    <p:sldId id="295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1" r:id="rId13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39C"/>
    <a:srgbClr val="1DB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A838F-4D01-4CD5-AA66-6B0C6163A2D6}" v="12" dt="2026-01-07T11:31:22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aran J M" userId="09241480-7efc-4aac-a461-24bf94c9b650" providerId="ADAL" clId="{99EDA4A9-3CF1-4749-A6D8-C5B5A6223304}"/>
    <pc:docChg chg="custSel addSld delSld modSld sldOrd">
      <pc:chgData name="Manish Karan J M" userId="09241480-7efc-4aac-a461-24bf94c9b650" providerId="ADAL" clId="{99EDA4A9-3CF1-4749-A6D8-C5B5A6223304}" dt="2026-01-07T11:33:12.582" v="94" actId="47"/>
      <pc:docMkLst>
        <pc:docMk/>
      </pc:docMkLst>
      <pc:sldChg chg="add del">
        <pc:chgData name="Manish Karan J M" userId="09241480-7efc-4aac-a461-24bf94c9b650" providerId="ADAL" clId="{99EDA4A9-3CF1-4749-A6D8-C5B5A6223304}" dt="2026-01-07T09:29:12.534" v="57" actId="47"/>
        <pc:sldMkLst>
          <pc:docMk/>
          <pc:sldMk cId="0" sldId="256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57"/>
        </pc:sldMkLst>
      </pc:sldChg>
      <pc:sldChg chg="del ord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58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0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61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2"/>
        </pc:sldMkLst>
      </pc:sldChg>
      <pc:sldChg chg="add del">
        <pc:chgData name="Manish Karan J M" userId="09241480-7efc-4aac-a461-24bf94c9b650" providerId="ADAL" clId="{99EDA4A9-3CF1-4749-A6D8-C5B5A6223304}" dt="2026-01-07T11:32:19.372" v="87" actId="47"/>
        <pc:sldMkLst>
          <pc:docMk/>
          <pc:sldMk cId="0" sldId="26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4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5"/>
        </pc:sldMkLst>
      </pc:sldChg>
      <pc:sldChg chg="add del">
        <pc:chgData name="Manish Karan J M" userId="09241480-7efc-4aac-a461-24bf94c9b650" providerId="ADAL" clId="{99EDA4A9-3CF1-4749-A6D8-C5B5A6223304}" dt="2026-01-07T11:31:48.039" v="80" actId="47"/>
        <pc:sldMkLst>
          <pc:docMk/>
          <pc:sldMk cId="0" sldId="267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9"/>
        </pc:sldMkLst>
      </pc:sldChg>
      <pc:sldChg chg="add del">
        <pc:chgData name="Manish Karan J M" userId="09241480-7efc-4aac-a461-24bf94c9b650" providerId="ADAL" clId="{99EDA4A9-3CF1-4749-A6D8-C5B5A6223304}" dt="2026-01-07T11:33:12.582" v="94" actId="47"/>
        <pc:sldMkLst>
          <pc:docMk/>
          <pc:sldMk cId="3220135407" sldId="272"/>
        </pc:sldMkLst>
      </pc:sldChg>
      <pc:sldChg chg="add del">
        <pc:chgData name="Manish Karan J M" userId="09241480-7efc-4aac-a461-24bf94c9b650" providerId="ADAL" clId="{99EDA4A9-3CF1-4749-A6D8-C5B5A6223304}" dt="2026-01-07T11:33:09.965" v="93" actId="47"/>
        <pc:sldMkLst>
          <pc:docMk/>
          <pc:sldMk cId="1068655445" sldId="27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1699488653" sldId="274"/>
        </pc:sldMkLst>
      </pc:sldChg>
      <pc:sldChg chg="add del">
        <pc:chgData name="Manish Karan J M" userId="09241480-7efc-4aac-a461-24bf94c9b650" providerId="ADAL" clId="{99EDA4A9-3CF1-4749-A6D8-C5B5A6223304}" dt="2026-01-07T11:32:34.620" v="88" actId="47"/>
        <pc:sldMkLst>
          <pc:docMk/>
          <pc:sldMk cId="0" sldId="276"/>
        </pc:sldMkLst>
      </pc:sldChg>
      <pc:sldChg chg="add del">
        <pc:chgData name="Manish Karan J M" userId="09241480-7efc-4aac-a461-24bf94c9b650" providerId="ADAL" clId="{99EDA4A9-3CF1-4749-A6D8-C5B5A6223304}" dt="2026-01-07T11:32:37.682" v="89" actId="47"/>
        <pc:sldMkLst>
          <pc:docMk/>
          <pc:sldMk cId="0" sldId="277"/>
        </pc:sldMkLst>
      </pc:sldChg>
      <pc:sldChg chg="add del">
        <pc:chgData name="Manish Karan J M" userId="09241480-7efc-4aac-a461-24bf94c9b650" providerId="ADAL" clId="{99EDA4A9-3CF1-4749-A6D8-C5B5A6223304}" dt="2026-01-07T11:32:40.386" v="90" actId="47"/>
        <pc:sldMkLst>
          <pc:docMk/>
          <pc:sldMk cId="0" sldId="278"/>
        </pc:sldMkLst>
      </pc:sldChg>
      <pc:sldChg chg="add del">
        <pc:chgData name="Manish Karan J M" userId="09241480-7efc-4aac-a461-24bf94c9b650" providerId="ADAL" clId="{99EDA4A9-3CF1-4749-A6D8-C5B5A6223304}" dt="2026-01-07T11:32:44.893" v="91" actId="47"/>
        <pc:sldMkLst>
          <pc:docMk/>
          <pc:sldMk cId="0" sldId="279"/>
        </pc:sldMkLst>
      </pc:sldChg>
      <pc:sldChg chg="add del">
        <pc:chgData name="Manish Karan J M" userId="09241480-7efc-4aac-a461-24bf94c9b650" providerId="ADAL" clId="{99EDA4A9-3CF1-4749-A6D8-C5B5A6223304}" dt="2026-01-07T11:32:48.451" v="92" actId="47"/>
        <pc:sldMkLst>
          <pc:docMk/>
          <pc:sldMk cId="0" sldId="280"/>
        </pc:sldMkLst>
      </pc:sldChg>
      <pc:sldChg chg="modSp add mod">
        <pc:chgData name="Manish Karan J M" userId="09241480-7efc-4aac-a461-24bf94c9b650" providerId="ADAL" clId="{99EDA4A9-3CF1-4749-A6D8-C5B5A6223304}" dt="2025-12-23T03:47:17.126" v="32" actId="1076"/>
        <pc:sldMkLst>
          <pc:docMk/>
          <pc:sldMk cId="0" sldId="281"/>
        </pc:sldMkLst>
        <pc:spChg chg="mod">
          <ac:chgData name="Manish Karan J M" userId="09241480-7efc-4aac-a461-24bf94c9b650" providerId="ADAL" clId="{99EDA4A9-3CF1-4749-A6D8-C5B5A6223304}" dt="2025-12-23T03:47:17.126" v="32" actId="1076"/>
          <ac:spMkLst>
            <pc:docMk/>
            <pc:sldMk cId="0" sldId="281"/>
            <ac:spMk id="12" creationId="{00000000-0000-0000-0000-000000000000}"/>
          </ac:spMkLst>
        </pc:spChg>
      </pc:sldChg>
      <pc:sldChg chg="delSp modSp del mod ord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2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83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7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9"/>
        </pc:sldMkLst>
      </pc:sldChg>
      <pc:sldChg chg="add del">
        <pc:chgData name="Manish Karan J M" userId="09241480-7efc-4aac-a461-24bf94c9b650" providerId="ADAL" clId="{99EDA4A9-3CF1-4749-A6D8-C5B5A6223304}" dt="2026-01-07T09:27:20.096" v="52" actId="47"/>
        <pc:sldMkLst>
          <pc:docMk/>
          <pc:sldMk cId="0" sldId="293"/>
        </pc:sldMkLst>
      </pc:sldChg>
      <pc:sldChg chg="add 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94"/>
        </pc:sldMkLst>
      </pc:sldChg>
      <pc:sldChg chg="addSp delSp modSp add mod">
        <pc:chgData name="Manish Karan J M" userId="09241480-7efc-4aac-a461-24bf94c9b650" providerId="ADAL" clId="{99EDA4A9-3CF1-4749-A6D8-C5B5A6223304}" dt="2026-01-07T09:07:45.680" v="49" actId="1076"/>
        <pc:sldMkLst>
          <pc:docMk/>
          <pc:sldMk cId="0" sldId="295"/>
        </pc:sldMkLst>
        <pc:picChg chg="add del mod modCrop">
          <ac:chgData name="Manish Karan J M" userId="09241480-7efc-4aac-a461-24bf94c9b650" providerId="ADAL" clId="{99EDA4A9-3CF1-4749-A6D8-C5B5A6223304}" dt="2026-01-07T09:07:37.628" v="45" actId="21"/>
          <ac:picMkLst>
            <pc:docMk/>
            <pc:sldMk cId="0" sldId="295"/>
            <ac:picMk id="12" creationId="{B4606AA2-71DA-EFBF-9AEE-444042E90E40}"/>
          </ac:picMkLst>
        </pc:picChg>
        <pc:picChg chg="add mod">
          <ac:chgData name="Manish Karan J M" userId="09241480-7efc-4aac-a461-24bf94c9b650" providerId="ADAL" clId="{99EDA4A9-3CF1-4749-A6D8-C5B5A6223304}" dt="2026-01-07T09:07:45.680" v="49" actId="1076"/>
          <ac:picMkLst>
            <pc:docMk/>
            <pc:sldMk cId="0" sldId="295"/>
            <ac:picMk id="13" creationId="{B4606AA2-71DA-EFBF-9AEE-444042E90E40}"/>
          </ac:picMkLst>
        </pc:picChg>
        <pc:picChg chg="del">
          <ac:chgData name="Manish Karan J M" userId="09241480-7efc-4aac-a461-24bf94c9b650" providerId="ADAL" clId="{99EDA4A9-3CF1-4749-A6D8-C5B5A6223304}" dt="2026-01-07T09:00:38.737" v="36" actId="478"/>
          <ac:picMkLst>
            <pc:docMk/>
            <pc:sldMk cId="0" sldId="295"/>
            <ac:picMk id="15" creationId="{13F71DC4-BF9A-0509-3807-BA02C738B42A}"/>
          </ac:picMkLst>
        </pc:picChg>
      </pc:sldChg>
      <pc:sldChg chg="add del">
        <pc:chgData name="Manish Karan J M" userId="09241480-7efc-4aac-a461-24bf94c9b650" providerId="ADAL" clId="{99EDA4A9-3CF1-4749-A6D8-C5B5A6223304}" dt="2026-01-07T11:31:53.889" v="81" actId="47"/>
        <pc:sldMkLst>
          <pc:docMk/>
          <pc:sldMk cId="0" sldId="299"/>
        </pc:sldMkLst>
      </pc:sldChg>
      <pc:sldChg chg="add del">
        <pc:chgData name="Manish Karan J M" userId="09241480-7efc-4aac-a461-24bf94c9b650" providerId="ADAL" clId="{99EDA4A9-3CF1-4749-A6D8-C5B5A6223304}" dt="2026-01-07T11:31:56.609" v="82" actId="47"/>
        <pc:sldMkLst>
          <pc:docMk/>
          <pc:sldMk cId="0" sldId="300"/>
        </pc:sldMkLst>
      </pc:sldChg>
      <pc:sldChg chg="add del">
        <pc:chgData name="Manish Karan J M" userId="09241480-7efc-4aac-a461-24bf94c9b650" providerId="ADAL" clId="{99EDA4A9-3CF1-4749-A6D8-C5B5A6223304}" dt="2026-01-07T11:32:10.876" v="84" actId="47"/>
        <pc:sldMkLst>
          <pc:docMk/>
          <pc:sldMk cId="704384318" sldId="301"/>
        </pc:sldMkLst>
      </pc:sldChg>
      <pc:sldChg chg="add del">
        <pc:chgData name="Manish Karan J M" userId="09241480-7efc-4aac-a461-24bf94c9b650" providerId="ADAL" clId="{99EDA4A9-3CF1-4749-A6D8-C5B5A6223304}" dt="2026-01-07T11:32:15.765" v="85" actId="47"/>
        <pc:sldMkLst>
          <pc:docMk/>
          <pc:sldMk cId="0" sldId="302"/>
        </pc:sldMkLst>
      </pc:sldChg>
      <pc:sldChg chg="add del">
        <pc:chgData name="Manish Karan J M" userId="09241480-7efc-4aac-a461-24bf94c9b650" providerId="ADAL" clId="{99EDA4A9-3CF1-4749-A6D8-C5B5A6223304}" dt="2026-01-07T11:32:18.173" v="86" actId="47"/>
        <pc:sldMkLst>
          <pc:docMk/>
          <pc:sldMk cId="0" sldId="30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3680149707" sldId="306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307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2721306482" sldId="310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11"/>
        </pc:sldMkLst>
      </pc:sldChg>
      <pc:sldChg chg="add">
        <pc:chgData name="Manish Karan J M" userId="09241480-7efc-4aac-a461-24bf94c9b650" providerId="ADAL" clId="{99EDA4A9-3CF1-4749-A6D8-C5B5A6223304}" dt="2026-01-07T09:29:08.653" v="56"/>
        <pc:sldMkLst>
          <pc:docMk/>
          <pc:sldMk cId="430074388" sldId="311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430074388" sldId="312"/>
        </pc:sldMkLst>
      </pc:sldChg>
      <pc:sldChg chg="add del">
        <pc:chgData name="Manish Karan J M" userId="09241480-7efc-4aac-a461-24bf94c9b650" providerId="ADAL" clId="{99EDA4A9-3CF1-4749-A6D8-C5B5A6223304}" dt="2026-01-07T11:30:33.727" v="58" actId="47"/>
        <pc:sldMkLst>
          <pc:docMk/>
          <pc:sldMk cId="1038671076" sldId="312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1038671076" sldId="313"/>
        </pc:sldMkLst>
      </pc:sldChg>
      <pc:sldChg chg="modSp add mod">
        <pc:chgData name="Manish Karan J M" userId="09241480-7efc-4aac-a461-24bf94c9b650" providerId="ADAL" clId="{99EDA4A9-3CF1-4749-A6D8-C5B5A6223304}" dt="2026-01-07T11:30:59.835" v="64" actId="20577"/>
        <pc:sldMkLst>
          <pc:docMk/>
          <pc:sldMk cId="3527489826" sldId="313"/>
        </pc:sldMkLst>
        <pc:spChg chg="mod">
          <ac:chgData name="Manish Karan J M" userId="09241480-7efc-4aac-a461-24bf94c9b650" providerId="ADAL" clId="{99EDA4A9-3CF1-4749-A6D8-C5B5A6223304}" dt="2026-01-07T11:30:59.835" v="64" actId="20577"/>
          <ac:spMkLst>
            <pc:docMk/>
            <pc:sldMk cId="3527489826" sldId="313"/>
            <ac:spMk id="57" creationId="{3F9EFB4A-7E09-AB61-A046-AF3C781A3D19}"/>
          </ac:spMkLst>
        </pc:spChg>
      </pc:sldChg>
      <pc:sldChg chg="add del">
        <pc:chgData name="Manish Karan J M" userId="09241480-7efc-4aac-a461-24bf94c9b650" providerId="ADAL" clId="{99EDA4A9-3CF1-4749-A6D8-C5B5A6223304}" dt="2026-01-07T11:30:36.808" v="59" actId="47"/>
        <pc:sldMkLst>
          <pc:docMk/>
          <pc:sldMk cId="1094931183" sldId="314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527489826" sldId="314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1094931183" sldId="315"/>
        </pc:sldMkLst>
      </pc:sldChg>
      <pc:sldChg chg="add del">
        <pc:chgData name="Manish Karan J M" userId="09241480-7efc-4aac-a461-24bf94c9b650" providerId="ADAL" clId="{99EDA4A9-3CF1-4749-A6D8-C5B5A6223304}" dt="2026-01-07T11:30:40.872" v="60" actId="47"/>
        <pc:sldMkLst>
          <pc:docMk/>
          <pc:sldMk cId="3541340051" sldId="315"/>
        </pc:sldMkLst>
      </pc:sldChg>
      <pc:sldChg chg="add del">
        <pc:chgData name="Manish Karan J M" userId="09241480-7efc-4aac-a461-24bf94c9b650" providerId="ADAL" clId="{99EDA4A9-3CF1-4749-A6D8-C5B5A6223304}" dt="2026-01-07T11:30:43.096" v="61" actId="47"/>
        <pc:sldMkLst>
          <pc:docMk/>
          <pc:sldMk cId="2097399626" sldId="316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541340051" sldId="316"/>
        </pc:sldMkLst>
      </pc:sldChg>
      <pc:sldChg chg="add del">
        <pc:chgData name="Manish Karan J M" userId="09241480-7efc-4aac-a461-24bf94c9b650" providerId="ADAL" clId="{99EDA4A9-3CF1-4749-A6D8-C5B5A6223304}" dt="2026-01-07T11:30:44.434" v="62" actId="47"/>
        <pc:sldMkLst>
          <pc:docMk/>
          <pc:sldMk cId="237287862" sldId="317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097399626" sldId="317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37287862" sldId="318"/>
        </pc:sldMkLst>
      </pc:sldChg>
      <pc:sldChg chg="modSp add mod">
        <pc:chgData name="Manish Karan J M" userId="09241480-7efc-4aac-a461-24bf94c9b650" providerId="ADAL" clId="{99EDA4A9-3CF1-4749-A6D8-C5B5A6223304}" dt="2026-01-07T11:31:26.224" v="79" actId="20577"/>
        <pc:sldMkLst>
          <pc:docMk/>
          <pc:sldMk cId="2972511167" sldId="318"/>
        </pc:sldMkLst>
        <pc:spChg chg="mod">
          <ac:chgData name="Manish Karan J M" userId="09241480-7efc-4aac-a461-24bf94c9b650" providerId="ADAL" clId="{99EDA4A9-3CF1-4749-A6D8-C5B5A6223304}" dt="2026-01-07T11:31:26.224" v="79" actId="20577"/>
          <ac:spMkLst>
            <pc:docMk/>
            <pc:sldMk cId="2972511167" sldId="318"/>
            <ac:spMk id="57" creationId="{845ED36B-8E4E-4D9E-3E27-B7363B9B88E5}"/>
          </ac:spMkLst>
        </pc:spChg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972511167" sldId="319"/>
        </pc:sldMkLst>
      </pc:sldChg>
      <pc:sldChg chg="add">
        <pc:chgData name="Manish Karan J M" userId="09241480-7efc-4aac-a461-24bf94c9b650" providerId="ADAL" clId="{99EDA4A9-3CF1-4749-A6D8-C5B5A6223304}" dt="2026-01-07T09:29:08.653" v="56"/>
        <pc:sldMkLst>
          <pc:docMk/>
          <pc:sldMk cId="3741430507" sldId="319"/>
        </pc:sldMkLst>
      </pc:sldChg>
      <pc:sldChg chg="add del">
        <pc:chgData name="Manish Karan J M" userId="09241480-7efc-4aac-a461-24bf94c9b650" providerId="ADAL" clId="{99EDA4A9-3CF1-4749-A6D8-C5B5A6223304}" dt="2026-01-07T11:32:04.648" v="83" actId="47"/>
        <pc:sldMkLst>
          <pc:docMk/>
          <pc:sldMk cId="0" sldId="320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741430507" sldId="320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321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22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23"/>
        </pc:sldMkLst>
      </pc:sldChg>
      <pc:sldChg chg="add del">
        <pc:chgData name="Manish Karan J M" userId="09241480-7efc-4aac-a461-24bf94c9b650" providerId="ADAL" clId="{99EDA4A9-3CF1-4749-A6D8-C5B5A6223304}" dt="2026-01-07T09:26:35.622" v="51"/>
        <pc:sldMkLst>
          <pc:docMk/>
          <pc:sldMk cId="2431302055" sldId="3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58D8B-6A7C-4D21-A403-FF7909DD68D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3299E-318E-4B5A-9DD5-F229984BD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narasimha@bilvantis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28320"/>
            <a:ext cx="12319200" cy="7553520"/>
            <a:chOff x="0" y="0"/>
            <a:chExt cx="16425600" cy="10071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25545" cy="10071354"/>
            </a:xfrm>
            <a:custGeom>
              <a:avLst/>
              <a:gdLst/>
              <a:ahLst/>
              <a:cxnLst/>
              <a:rect l="l" t="t" r="r" b="b"/>
              <a:pathLst>
                <a:path w="16425545" h="10071354">
                  <a:moveTo>
                    <a:pt x="0" y="0"/>
                  </a:moveTo>
                  <a:lnTo>
                    <a:pt x="16425545" y="0"/>
                  </a:lnTo>
                  <a:lnTo>
                    <a:pt x="16425545" y="10071354"/>
                  </a:lnTo>
                  <a:lnTo>
                    <a:pt x="0" y="10071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880" y="3762360"/>
            <a:ext cx="8577000" cy="2079720"/>
            <a:chOff x="0" y="0"/>
            <a:chExt cx="11436000" cy="2772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5969" cy="2772918"/>
            </a:xfrm>
            <a:custGeom>
              <a:avLst/>
              <a:gdLst/>
              <a:ahLst/>
              <a:cxnLst/>
              <a:rect l="l" t="t" r="r" b="b"/>
              <a:pathLst>
                <a:path w="11435969" h="2772918">
                  <a:moveTo>
                    <a:pt x="0" y="0"/>
                  </a:moveTo>
                  <a:lnTo>
                    <a:pt x="11435969" y="0"/>
                  </a:lnTo>
                  <a:lnTo>
                    <a:pt x="11435969" y="2772918"/>
                  </a:lnTo>
                  <a:lnTo>
                    <a:pt x="0" y="2772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3" b="-8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87120" y="1450800"/>
            <a:ext cx="7400880" cy="7807680"/>
            <a:chOff x="0" y="0"/>
            <a:chExt cx="9867840" cy="10410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67900" cy="10410190"/>
            </a:xfrm>
            <a:custGeom>
              <a:avLst/>
              <a:gdLst/>
              <a:ahLst/>
              <a:cxnLst/>
              <a:rect l="l" t="t" r="r" b="b"/>
              <a:pathLst>
                <a:path w="9867900" h="10410190">
                  <a:moveTo>
                    <a:pt x="0" y="0"/>
                  </a:moveTo>
                  <a:lnTo>
                    <a:pt x="9867900" y="0"/>
                  </a:lnTo>
                  <a:lnTo>
                    <a:pt x="9867900" y="10410190"/>
                  </a:lnTo>
                  <a:lnTo>
                    <a:pt x="0" y="10410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" b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2480" y="9297810"/>
            <a:ext cx="9469440" cy="4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00">
                <a:solidFill>
                  <a:srgbClr val="07439C"/>
                </a:solidFill>
                <a:latin typeface="Poppins"/>
                <a:ea typeface="Poppins"/>
                <a:cs typeface="Poppins"/>
                <a:sym typeface="Poppins"/>
              </a:rPr>
              <a:t>TRANSFORMING BUSINESS OUTCOMES WITH INNOVATIVE SOLUTIONS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2480" y="334890"/>
            <a:ext cx="2203560" cy="35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www.bilvantis.io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65200" y="212850"/>
            <a:ext cx="3909960" cy="35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linkedin.com/bilvantistechnologies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5293"/>
                </a:solidFill>
                <a:latin typeface="Arial"/>
              </a:defRPr>
            </a:pPr>
            <a:r>
              <a:t>AI-Powered Test Automation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645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96D6"/>
                </a:solidFill>
                <a:latin typeface="Arial"/>
              </a:defRPr>
            </a:pPr>
            <a:r>
              <a:rPr dirty="0" err="1"/>
              <a:t>Bilvantis</a:t>
            </a:r>
            <a:r>
              <a:rPr dirty="0"/>
              <a:t> Solution for </a:t>
            </a:r>
            <a:r>
              <a:rPr lang="en-IN" dirty="0"/>
              <a:t>AI Automation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Arial"/>
              </a:defRPr>
            </a:pPr>
            <a:r>
              <a:t>Record  |  Enhance  |  Execute  |  Self-Heal  | 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5349240"/>
            <a:ext cx="5486400" cy="508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Arial"/>
              </a:defRPr>
            </a:pPr>
            <a:r>
              <a:t>Playwright CRX Enhanced v2.0  |  January 2025</a:t>
            </a:r>
          </a:p>
        </p:txBody>
      </p:sp>
      <p:pic>
        <p:nvPicPr>
          <p:cNvPr id="7" name="Picture 6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Arial"/>
              </a:defRPr>
            </a:pPr>
            <a:r>
              <a:t>Why Traditional Test Automation Falls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High Maintenance Overhead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60-80% of QA time spent maintaining flaky tests due to UI changes and brittle locators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Slow Test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Manual script writing is time-consuming, error-prone, and requires specialized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59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Limited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9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Teams struggle to achieve comprehensive test coverage across UI, API, and data scenarios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No Self-Recovery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Tests fail completely when elements change, requiring immediate manual intervention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Test Data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Creating diverse test datasets for boundary, security, and edge cases is manual and tedious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52959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Poor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9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Lack of real-time execution insights, analytics, and actionable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217920"/>
            <a:ext cx="16459200" cy="1828800"/>
          </a:xfrm>
          <a:prstGeom prst="roundRect">
            <a:avLst/>
          </a:prstGeom>
          <a:solidFill>
            <a:srgbClr val="FFF5EE"/>
          </a:solidFill>
          <a:ln w="25400">
            <a:solidFill>
              <a:srgbClr val="C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6400800"/>
            <a:ext cx="1591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3C28"/>
                </a:solidFill>
                <a:latin typeface="Arial"/>
              </a:defRPr>
            </a:pPr>
            <a:r>
              <a:t>Business Impact: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858000"/>
            <a:ext cx="159105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Delayed releases, increased costs, reduced quality confidence, and team burnout from repetitive maintenance</a:t>
            </a:r>
          </a:p>
        </p:txBody>
      </p:sp>
      <p:pic>
        <p:nvPicPr>
          <p:cNvPr id="25" name="Picture 24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Arial"/>
              </a:defRPr>
            </a:pPr>
            <a:r>
              <a:t>Enterprise-Grade AI-Powered Test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AI Script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GPT-4o analysis improves locators, adds waits, assertions, and best practices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Self-Healing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95%+ recovery rate with intelligent locator strategies: TestID, ARIA, CSS, XPath,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182880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59" y="19659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Visual 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9" y="24231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Chrome extension captures interactions and generates code in 6+ 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00080"/>
                </a:solidFill>
                <a:latin typeface="Arial"/>
              </a:defRPr>
            </a:pPr>
            <a:r>
              <a:t>Data-Driven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AI generates boundary, positive, negative, and security test data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API Testing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Record network requests, build test suites, validate responses with assertions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3931920"/>
            <a:ext cx="530352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52959" y="4069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Database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9" y="45262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Unit, integration, performance, and security testing for database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217920"/>
            <a:ext cx="16459200" cy="20116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6400800"/>
            <a:ext cx="1591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Key Differentiators: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858000"/>
            <a:ext cx="159105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Real-time WebSocket updates  |  Allure report integration  |  Multi-language (JS, TS, Python, Java, C#, Robot)</a:t>
            </a:r>
            <a:br/>
            <a:r>
              <a:t>Visual regression with AI  |  Enterprise security (JWT, RBAC)  |  Cloud-native scalable architecture</a:t>
            </a:r>
          </a:p>
        </p:txBody>
      </p:sp>
      <p:pic>
        <p:nvPicPr>
          <p:cNvPr id="25" name="Picture 24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Hybrid Microservices with 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5212080" cy="27432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93"/>
                </a:solidFill>
                <a:latin typeface="Arial"/>
              </a:defRPr>
            </a:pPr>
            <a: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Chrome Extension</a:t>
            </a:r>
            <a:br/>
            <a:r>
              <a:t>  - Test Recorder</a:t>
            </a:r>
            <a:br/>
            <a:r>
              <a:t>  - Player/Executor</a:t>
            </a:r>
            <a:br/>
            <a:r>
              <a:t>  - Self-Healing UI</a:t>
            </a:r>
            <a:br/>
            <a:br/>
            <a:r>
              <a:t>Web Dashboard (React 18 + Vite)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212080" cy="27432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Arial"/>
              </a:defRPr>
            </a:pPr>
            <a: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Node.js Backend :3001</a:t>
            </a:r>
            <a:br/>
            <a:r>
              <a:t>  - Express.js REST API</a:t>
            </a:r>
            <a:br/>
            <a:r>
              <a:t>  - WebSocket Server</a:t>
            </a:r>
            <a:br/>
            <a:r>
              <a:t>  - JWT Authentication</a:t>
            </a:r>
            <a:br/>
            <a:r>
              <a:t>  - Prisma 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0" y="1554480"/>
            <a:ext cx="5120640" cy="27432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358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80"/>
                </a:solidFill>
                <a:latin typeface="Arial"/>
              </a:defRPr>
            </a:pPr>
            <a:r>
              <a:t>AI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0" y="21031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Analysis Service :8000</a:t>
            </a:r>
            <a:br/>
            <a:r>
              <a:t>  - Python FastAPI</a:t>
            </a:r>
            <a:br/>
            <a:r>
              <a:t>  - Script Enhancement</a:t>
            </a:r>
            <a:br/>
            <a:r>
              <a:t>  - XPath Deep Analysis</a:t>
            </a:r>
            <a:br/>
            <a:br/>
            <a:r>
              <a:t>Genie API (GPT-4)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777240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PostgreSQL :5433  |  Prisma ORM  |  Allure Reports</a:t>
            </a:r>
            <a:br/>
            <a:r>
              <a:t>Users, Scripts, TestRuns, SelfHealingLocators, Projects, TestData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572000"/>
            <a:ext cx="822960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47091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Arial"/>
              </a:defRPr>
            </a:pPr>
            <a:r>
              <a:t>DEVOPS &amp;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120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Docker Containers  |  PM2 Process Manager  |  Nginx Reverse Proxy</a:t>
            </a:r>
            <a:br/>
            <a:r>
              <a:t>CI/CD Pipelines  |  Winston Logging  |  Prometheus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76656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Arial"/>
              </a:defRPr>
            </a:pPr>
            <a:r>
              <a:t>Technology Stack: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22376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Frontend: React 18, TypeScript, Vite, Tailwind CSS, Monaco Editor  |  Backend: Node.js 20, Express, Prisma, JWT</a:t>
            </a:r>
            <a:br/>
            <a:r>
              <a:t>AI: Python FastAPI, OpenAI GPT-4o  |  Database: PostgreSQL 15  |  Reporting: Allure, Recharts</a:t>
            </a:r>
          </a:p>
        </p:txBody>
      </p:sp>
      <p:pic>
        <p:nvPicPr>
          <p:cNvPr id="21" name="Picture 20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Key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8412480" cy="32004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Arial"/>
              </a:defRPr>
            </a:pPr>
            <a:r>
              <a:t>Self-Healing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When locators fail, AI automatically:</a:t>
            </a:r>
            <a:br/>
            <a:r>
              <a:t>1. Analyzes DOM structure</a:t>
            </a:r>
            <a:br/>
            <a:r>
              <a:t>2. Tries 6 healing strategies:</a:t>
            </a:r>
            <a:br/>
            <a:r>
              <a:t>   - data-testid attributes</a:t>
            </a:r>
            <a:br/>
            <a:r>
              <a:t>   - ARIA labels / CSS selectors</a:t>
            </a:r>
            <a:br/>
            <a:r>
              <a:t>   - XPath / Text content matching</a:t>
            </a:r>
            <a:br/>
            <a:r>
              <a:t>3. Calculates confidence score</a:t>
            </a:r>
            <a:br/>
            <a:r>
              <a:t>4. Auto-applies if &gt;80% confidence</a:t>
            </a:r>
            <a:br/>
            <a:r>
              <a:t>5. Saves healed locator for future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188720"/>
            <a:ext cx="7680960" cy="32004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0" y="13716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0080"/>
                </a:solidFill>
                <a:latin typeface="Arial"/>
              </a:defRPr>
            </a:pPr>
            <a:r>
              <a:t>AI-Powered Enhancement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1828800"/>
            <a:ext cx="7132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rPr lang="en-IN" dirty="0"/>
              <a:t>AI</a:t>
            </a:r>
            <a:r>
              <a:rPr dirty="0"/>
              <a:t> analyzes scripts to:</a:t>
            </a:r>
            <a:br>
              <a:rPr dirty="0"/>
            </a:br>
            <a:br>
              <a:rPr dirty="0"/>
            </a:br>
            <a:r>
              <a:rPr dirty="0"/>
              <a:t>- Locator Improvement</a:t>
            </a:r>
            <a:br>
              <a:rPr dirty="0"/>
            </a:br>
            <a:r>
              <a:rPr dirty="0"/>
              <a:t>  Convert fragile selectors to robust ones</a:t>
            </a:r>
            <a:br>
              <a:rPr dirty="0"/>
            </a:br>
            <a:r>
              <a:rPr dirty="0"/>
              <a:t>- Intelligent Waits</a:t>
            </a:r>
            <a:br>
              <a:rPr dirty="0"/>
            </a:br>
            <a:r>
              <a:rPr dirty="0"/>
              <a:t>  Add explicit waits for dynamic content</a:t>
            </a:r>
            <a:br>
              <a:rPr dirty="0"/>
            </a:br>
            <a:r>
              <a:rPr dirty="0"/>
              <a:t>- Assertion Enhancement</a:t>
            </a:r>
            <a:br>
              <a:rPr dirty="0"/>
            </a:br>
            <a:r>
              <a:rPr dirty="0"/>
              <a:t>- Page Object Refactoring</a:t>
            </a:r>
            <a:br>
              <a:rPr dirty="0"/>
            </a:br>
            <a:r>
              <a:rPr dirty="0"/>
              <a:t>- Error Handling &amp; Retry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5303520" cy="22860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AI Test Data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- Boundary Value Analysis</a:t>
            </a:r>
            <a:br/>
            <a:r>
              <a:t>- Positive/Negative Testing</a:t>
            </a:r>
            <a:br/>
            <a:r>
              <a:t>- Security Testing (SQLi, XSS)</a:t>
            </a:r>
            <a:br/>
            <a:r>
              <a:t>- Equivalence Partitioning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663440"/>
            <a:ext cx="5303520" cy="22860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Visual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257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- Baseline Screenshot Mgmt</a:t>
            </a:r>
            <a:br/>
            <a:r>
              <a:t>- Pixel-by-Pixel Comparison</a:t>
            </a:r>
            <a:br/>
            <a:r>
              <a:t>- AI-Powered Diff Detection</a:t>
            </a:r>
            <a:br/>
            <a:r>
              <a:t>- Multi-Viewport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52960" y="4663440"/>
            <a:ext cx="5120640" cy="22860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Analytics &amp;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257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- Allure HTML Reports</a:t>
            </a:r>
            <a:br/>
            <a:r>
              <a:t>- Real-time Dashboards</a:t>
            </a:r>
            <a:br/>
            <a:r>
              <a:t>- Trend &amp; Failure Analysis</a:t>
            </a:r>
            <a:br/>
            <a:r>
              <a:t>- Performance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31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Arial"/>
              </a:defRPr>
            </a:pPr>
            <a:r>
              <a:t>Supported Languages: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315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JavaScript  |  TypeScript  |  Python  |  Java  |  C# (.NET)  |  Robot Framework</a:t>
            </a:r>
          </a:p>
        </p:txBody>
      </p:sp>
      <p:pic>
        <p:nvPicPr>
          <p:cNvPr id="20" name="Picture 19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Measurable ROI and Operational Efficiency for Relm Insurance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1089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Reduction in Test</a:t>
            </a:r>
            <a:br/>
            <a:r>
              <a:t>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1089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5293"/>
                </a:solidFill>
                <a:latin typeface="Arial"/>
              </a:defRPr>
            </a:pPr>
            <a:r>
              <a:t>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Faster Test</a:t>
            </a:r>
            <a:br/>
            <a:r>
              <a:t>Creation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54480"/>
            <a:ext cx="31089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00080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Improvement in</a:t>
            </a:r>
            <a:br/>
            <a:r>
              <a:t>Test 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60" y="1554480"/>
            <a:ext cx="31089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0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D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Reduction in</a:t>
            </a:r>
            <a:br/>
            <a:r>
              <a:t>QA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0" y="1554480"/>
            <a:ext cx="31089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04720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  <a:latin typeface="Arial"/>
              </a:defRPr>
            </a:pPr>
            <a:r>
              <a:t>95%+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Self-Healing</a:t>
            </a:r>
            <a:br/>
            <a:r>
              <a:t>Success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5303520" cy="201168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7947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Cost Savings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Reduced manual effort, fewer test failures blocking releases, lower infrastructure costs with efficient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57600"/>
            <a:ext cx="5303520" cy="201168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Quality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519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Comprehensive coverage with AI-generated data, self-healing prevents false failures, visual regression catches UI bugs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70080" y="3657600"/>
            <a:ext cx="5303520" cy="201168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52959" y="37947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00080"/>
                </a:solidFill>
                <a:latin typeface="Arial"/>
              </a:defRPr>
            </a:pPr>
            <a:r>
              <a:t>Team Productivity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9" y="42519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QA focuses on strategy not maintenance, developers get faster feedback, non-technical users can record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6035040"/>
            <a:ext cx="16459200" cy="2560320"/>
          </a:xfrm>
          <a:prstGeom prst="roundRect">
            <a:avLst/>
          </a:prstGeom>
          <a:solidFill>
            <a:srgbClr val="F0FF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6217920"/>
            <a:ext cx="1591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Key Outcomes for Relm Insurance: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766560"/>
            <a:ext cx="159105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Accelerated Release Cycles - Tests run reliably without constant maintenance intervention</a:t>
            </a:r>
            <a:br/>
            <a:r>
              <a:t>Enterprise Security - JWT authentication, role-based access, audit logging for compliance requirements</a:t>
            </a:r>
            <a:br/>
            <a:r>
              <a:t>Scalable Architecture - Cloud-native design supports unlimited concurrent test executions</a:t>
            </a:r>
            <a:br/>
            <a:r>
              <a:t>Actionable Insights - Real-time analytics and Allure reports drive continuous improvement</a:t>
            </a:r>
          </a:p>
        </p:txBody>
      </p:sp>
      <p:pic>
        <p:nvPicPr>
          <p:cNvPr id="31" name="Picture 30" descr="bilvant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293"/>
                </a:solidFill>
                <a:latin typeface="Arial"/>
              </a:defRPr>
            </a:pPr>
            <a:r>
              <a:t>Playwright + MCP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Model Context Protocol - AI-Native Browser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8229600" cy="2011680"/>
          </a:xfrm>
          <a:prstGeom prst="roundRect">
            <a:avLst/>
          </a:prstGeom>
          <a:solidFill>
            <a:srgbClr val="F0FFFF"/>
          </a:solidFill>
          <a:ln w="3810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A8"/>
                </a:solidFill>
                <a:latin typeface="Arial"/>
              </a:defRPr>
            </a:pPr>
            <a:r>
              <a:t>What is MCP?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Model Context Protocol (MCP) is an open standard that enables AI assistants</a:t>
            </a:r>
            <a:br/>
            <a:r>
              <a:t>to seamlessly connect with external tools, data sources, and services.</a:t>
            </a:r>
            <a:br/>
            <a:r>
              <a:t>Playwright MCP Server provides browser automation capabilities directly to AI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554480"/>
            <a:ext cx="7772400" cy="201168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0" y="169164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00080"/>
                </a:solidFill>
                <a:latin typeface="Arial"/>
              </a:defRPr>
            </a:pPr>
            <a:r>
              <a:t>AI-Driven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148840"/>
            <a:ext cx="7406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- Natural language test generation</a:t>
            </a:r>
            <a:br/>
            <a:r>
              <a:t>- Autonomous test execution by AI agents</a:t>
            </a:r>
            <a:br/>
            <a:r>
              <a:t>- Context-aware element selection</a:t>
            </a:r>
            <a:br/>
            <a:r>
              <a:t>- Intelligent error recovery and debugging</a:t>
            </a:r>
            <a:br/>
            <a:r>
              <a:t>- Real-time browser state awareness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4023360" cy="210312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A8"/>
                </a:solidFill>
                <a:latin typeface="Arial"/>
              </a:defRPr>
            </a:pPr>
            <a:r>
              <a:t>Browser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3657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Navigate, click, type, screenshot via AI commands. Full Playwright API exposed through MCP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840480"/>
            <a:ext cx="4023360" cy="210312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DOM Snapshots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434840"/>
            <a:ext cx="3657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Accessibility tree snapshots for AI understanding. AI can reason about page structure and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840480"/>
            <a:ext cx="4023360" cy="210312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Console &amp;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434840"/>
            <a:ext cx="3657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Access browser console logs and network requests. AI can debug issues and monitor API calls.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07440" y="3840480"/>
            <a:ext cx="4023360" cy="210312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990319" y="3977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File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19" y="4434840"/>
            <a:ext cx="3657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Upload files, handle downloads, manage sessions. Complete test data management through AI.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217920"/>
            <a:ext cx="16459200" cy="2286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6400800"/>
            <a:ext cx="159105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93"/>
                </a:solidFill>
                <a:latin typeface="Arial"/>
              </a:defRPr>
            </a:pPr>
            <a:r>
              <a:t>Benefits for Relm Insurance: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858000"/>
            <a:ext cx="159105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AI-Assisted Test Creation - Describe tests in plain English, AI writes and executes them automatically</a:t>
            </a:r>
            <a:br/>
            <a:r>
              <a:t>Reduced Learning Curve - No Playwright expertise required, AI handles technical complexity</a:t>
            </a:r>
            <a:br/>
            <a:r>
              <a:t>Faster Debugging - AI analyzes failures, suggests fixes, and can auto-repair broken tests</a:t>
            </a:r>
            <a:br/>
            <a:r>
              <a:t>Future-Ready Architecture - Positions Relm for next-generation AI-native testing workflows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0" y="274320"/>
            <a:ext cx="2286000" cy="55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6520"/>
            <a:ext cx="18288000" cy="11230200"/>
            <a:chOff x="0" y="0"/>
            <a:chExt cx="24384000" cy="1497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973554"/>
            </a:xfrm>
            <a:custGeom>
              <a:avLst/>
              <a:gdLst/>
              <a:ahLst/>
              <a:cxnLst/>
              <a:rect l="l" t="t" r="r" b="b"/>
              <a:pathLst>
                <a:path w="24384000" h="14973554">
                  <a:moveTo>
                    <a:pt x="0" y="0"/>
                  </a:moveTo>
                  <a:lnTo>
                    <a:pt x="24384000" y="0"/>
                  </a:lnTo>
                  <a:lnTo>
                    <a:pt x="24384000" y="14973554"/>
                  </a:lnTo>
                  <a:lnTo>
                    <a:pt x="0" y="14973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" r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322080" y="339840"/>
            <a:ext cx="5683320" cy="1377720"/>
            <a:chOff x="0" y="0"/>
            <a:chExt cx="7577760" cy="1836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77709" cy="1836928"/>
            </a:xfrm>
            <a:custGeom>
              <a:avLst/>
              <a:gdLst/>
              <a:ahLst/>
              <a:cxnLst/>
              <a:rect l="l" t="t" r="r" b="b"/>
              <a:pathLst>
                <a:path w="7577709" h="1836928">
                  <a:moveTo>
                    <a:pt x="0" y="0"/>
                  </a:moveTo>
                  <a:lnTo>
                    <a:pt x="7577709" y="0"/>
                  </a:lnTo>
                  <a:lnTo>
                    <a:pt x="7577709" y="1836928"/>
                  </a:lnTo>
                  <a:lnTo>
                    <a:pt x="0" y="183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6" b="-9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9800" y="9029610"/>
            <a:ext cx="11739600" cy="119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LEADING-EDGE IT SOLUTIONS PROVIDER THAT </a:t>
            </a:r>
          </a:p>
          <a:p>
            <a:pPr algn="l">
              <a:lnSpc>
                <a:spcPts val="2974"/>
              </a:lnSpc>
            </a:pPr>
            <a:r>
              <a:rPr lang="en-US" sz="21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DELIVERS ADVANCED RAPID TRANSFORMATIONS</a:t>
            </a:r>
          </a:p>
          <a:p>
            <a:pPr algn="l">
              <a:lnSpc>
                <a:spcPts val="2974"/>
              </a:lnSpc>
            </a:pPr>
            <a:endParaRPr lang="en-US" sz="2100" b="1">
              <a:solidFill>
                <a:srgbClr val="0743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82480" y="277650"/>
            <a:ext cx="2203560" cy="41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0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www.bilvantis.io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7040" y="9229770"/>
            <a:ext cx="4878360" cy="41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0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linkedin.com/bilvantistechnologies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04280" y="6496200"/>
            <a:ext cx="50760" cy="1671480"/>
            <a:chOff x="0" y="0"/>
            <a:chExt cx="67680" cy="222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91" cy="2228596"/>
            </a:xfrm>
            <a:custGeom>
              <a:avLst/>
              <a:gdLst/>
              <a:ahLst/>
              <a:cxnLst/>
              <a:rect l="l" t="t" r="r" b="b"/>
              <a:pathLst>
                <a:path w="67691" h="2228596">
                  <a:moveTo>
                    <a:pt x="67691" y="0"/>
                  </a:moveTo>
                  <a:lnTo>
                    <a:pt x="67691" y="2228596"/>
                  </a:lnTo>
                  <a:lnTo>
                    <a:pt x="0" y="2228596"/>
                  </a:lnTo>
                  <a:lnTo>
                    <a:pt x="0" y="0"/>
                  </a:lnTo>
                  <a:lnTo>
                    <a:pt x="67691" y="0"/>
                  </a:lnTo>
                  <a:close/>
                </a:path>
              </a:pathLst>
            </a:custGeom>
            <a:solidFill>
              <a:srgbClr val="1DB6E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834480" y="6381585"/>
            <a:ext cx="3983040" cy="19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USA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5601 Executive Dr, 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Suite 500, Office-513, 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Irving, Texas 75038, US</a:t>
            </a:r>
          </a:p>
          <a:p>
            <a:pPr algn="ctr">
              <a:lnSpc>
                <a:spcPts val="3024"/>
              </a:lnSpc>
            </a:pPr>
            <a:endParaRPr lang="en-US" sz="24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96080" y="3943305"/>
            <a:ext cx="4583160" cy="19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Narasimha Rao Vadde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Founder &amp; CEO</a:t>
            </a:r>
          </a:p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1DB6EC"/>
                </a:solidFill>
                <a:latin typeface="Poppins Bold"/>
                <a:ea typeface="Poppins Bold"/>
                <a:cs typeface="Poppins Bold"/>
                <a:sym typeface="Poppins Bold"/>
              </a:rPr>
              <a:t>E: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u="sng">
                <a:solidFill>
                  <a:srgbClr val="0000EE"/>
                </a:solidFill>
                <a:latin typeface="Poppins"/>
                <a:ea typeface="Poppins"/>
                <a:cs typeface="Poppins"/>
                <a:sym typeface="Poppins"/>
                <a:hlinkClick r:id="rId4" tooltip="mailto:narasimha@bilvantis.io"/>
              </a:rPr>
              <a:t>narasimha@bilvantis.io</a:t>
            </a:r>
          </a:p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1DB6EC"/>
                </a:solidFill>
                <a:latin typeface="Poppins Bold"/>
                <a:ea typeface="Poppins Bold"/>
                <a:cs typeface="Poppins Bold"/>
                <a:sym typeface="Poppins Bold"/>
              </a:rPr>
              <a:t>M: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+1 943 888 1238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+91 98666 01238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4480" y="2155935"/>
            <a:ext cx="3186360" cy="65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13240" y="6372060"/>
            <a:ext cx="5570280" cy="157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India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Square, 110, Block B, 3rd Floor, Financial District, Hyderabad, Telangana 500032, IN.</a:t>
            </a:r>
          </a:p>
        </p:txBody>
      </p:sp>
    </p:spTree>
    <p:extLst>
      <p:ext uri="{BB962C8B-B14F-4D97-AF65-F5344CB8AC3E}">
        <p14:creationId xmlns:p14="http://schemas.microsoft.com/office/powerpoint/2010/main" val="324947557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8b4932-09ff-46c7-8d21-dd323c9d58fc">
      <Terms xmlns="http://schemas.microsoft.com/office/infopath/2007/PartnerControls"/>
    </lcf76f155ced4ddcb4097134ff3c332f>
    <TaxCatchAll xmlns="c549a045-72ad-483e-9214-928073a1c21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96DF9C461AC4DB8FC2473E0BD792E" ma:contentTypeVersion="10" ma:contentTypeDescription="Create a new document." ma:contentTypeScope="" ma:versionID="e6ac19cb18c212f1d9149d73807b9f83">
  <xsd:schema xmlns:xsd="http://www.w3.org/2001/XMLSchema" xmlns:xs="http://www.w3.org/2001/XMLSchema" xmlns:p="http://schemas.microsoft.com/office/2006/metadata/properties" xmlns:ns2="5b8b4932-09ff-46c7-8d21-dd323c9d58fc" xmlns:ns3="c549a045-72ad-483e-9214-928073a1c21f" targetNamespace="http://schemas.microsoft.com/office/2006/metadata/properties" ma:root="true" ma:fieldsID="b502164378ac3b892e45043d84a896d0" ns2:_="" ns3:_="">
    <xsd:import namespace="5b8b4932-09ff-46c7-8d21-dd323c9d58fc"/>
    <xsd:import namespace="c549a045-72ad-483e-9214-928073a1c2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8b4932-09ff-46c7-8d21-dd323c9d58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9f8d-b9b7-4eb5-b471-45cd1aac9d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9a045-72ad-483e-9214-928073a1c21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3c6341-3c23-416c-8dde-17bca484d5a1}" ma:internalName="TaxCatchAll" ma:showField="CatchAllData" ma:web="c549a045-72ad-483e-9214-928073a1c2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3C93C6-1D85-4D64-B9E7-02EA3E307E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FDD4F9-6281-4C86-A0BF-00D7B3AB2498}">
  <ds:schemaRefs>
    <ds:schemaRef ds:uri="http://schemas.microsoft.com/office/2006/metadata/properties"/>
    <ds:schemaRef ds:uri="http://schemas.microsoft.com/office/infopath/2007/PartnerControls"/>
    <ds:schemaRef ds:uri="5b8b4932-09ff-46c7-8d21-dd323c9d58fc"/>
    <ds:schemaRef ds:uri="c549a045-72ad-483e-9214-928073a1c21f"/>
  </ds:schemaRefs>
</ds:datastoreItem>
</file>

<file path=customXml/itemProps3.xml><?xml version="1.0" encoding="utf-8"?>
<ds:datastoreItem xmlns:ds="http://schemas.openxmlformats.org/officeDocument/2006/customXml" ds:itemID="{DD8A6B98-44E8-46A0-8B09-BFC086C469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8b4932-09ff-46c7-8d21-dd323c9d58fc"/>
    <ds:schemaRef ds:uri="c549a045-72ad-483e-9214-928073a1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1168</Words>
  <Application>Microsoft Office PowerPoint</Application>
  <PresentationFormat>Custom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</vt:lpstr>
      <vt:lpstr>Calibri</vt:lpstr>
      <vt:lpstr>Poppins Bold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</dc:title>
  <dc:creator>Manish.Jamalpur</dc:creator>
  <cp:lastModifiedBy>Chandra Sekhar Nannapaneni</cp:lastModifiedBy>
  <cp:revision>23</cp:revision>
  <dcterms:created xsi:type="dcterms:W3CDTF">2006-08-16T00:00:00Z</dcterms:created>
  <dcterms:modified xsi:type="dcterms:W3CDTF">2026-01-29T03:23:01Z</dcterms:modified>
  <dc:identifier>DAGsd0IZWrM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0x010100BD896DF9C461AC4DB8FC2473E0BD792E</vt:lpwstr>
  </property>
  <property fmtid="{D5CDD505-2E9C-101B-9397-08002B2CF9AE}" pid="3" name="Order">
    <vt:lpwstr>16300.0000000000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