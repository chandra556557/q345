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8"/>
  </p:notesMasterIdLst>
  <p:sldIdLst>
    <p:sldId id="295" r:id="rId5"/>
    <p:sldId id="274" r:id="rId6"/>
    <p:sldId id="321" r:id="rId7"/>
  </p:sldIdLst>
  <p:sldSz cx="18288000" cy="10287000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Bold" panose="00000800000000000000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39C"/>
    <a:srgbClr val="1DB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A838F-4D01-4CD5-AA66-6B0C6163A2D6}" v="12" dt="2026-01-07T11:31:22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98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Karan J M" userId="09241480-7efc-4aac-a461-24bf94c9b650" providerId="ADAL" clId="{99EDA4A9-3CF1-4749-A6D8-C5B5A6223304}"/>
    <pc:docChg chg="custSel addSld delSld modSld sldOrd">
      <pc:chgData name="Manish Karan J M" userId="09241480-7efc-4aac-a461-24bf94c9b650" providerId="ADAL" clId="{99EDA4A9-3CF1-4749-A6D8-C5B5A6223304}" dt="2026-01-07T11:33:12.582" v="94" actId="47"/>
      <pc:docMkLst>
        <pc:docMk/>
      </pc:docMkLst>
      <pc:sldChg chg="add del">
        <pc:chgData name="Manish Karan J M" userId="09241480-7efc-4aac-a461-24bf94c9b650" providerId="ADAL" clId="{99EDA4A9-3CF1-4749-A6D8-C5B5A6223304}" dt="2026-01-07T09:29:12.534" v="57" actId="47"/>
        <pc:sldMkLst>
          <pc:docMk/>
          <pc:sldMk cId="0" sldId="256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57"/>
        </pc:sldMkLst>
      </pc:sldChg>
      <pc:sldChg chg="del ord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58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0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61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2"/>
        </pc:sldMkLst>
      </pc:sldChg>
      <pc:sldChg chg="add del">
        <pc:chgData name="Manish Karan J M" userId="09241480-7efc-4aac-a461-24bf94c9b650" providerId="ADAL" clId="{99EDA4A9-3CF1-4749-A6D8-C5B5A6223304}" dt="2026-01-07T11:32:19.372" v="87" actId="47"/>
        <pc:sldMkLst>
          <pc:docMk/>
          <pc:sldMk cId="0" sldId="263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4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5"/>
        </pc:sldMkLst>
      </pc:sldChg>
      <pc:sldChg chg="add del">
        <pc:chgData name="Manish Karan J M" userId="09241480-7efc-4aac-a461-24bf94c9b650" providerId="ADAL" clId="{99EDA4A9-3CF1-4749-A6D8-C5B5A6223304}" dt="2026-01-07T11:31:48.039" v="80" actId="47"/>
        <pc:sldMkLst>
          <pc:docMk/>
          <pc:sldMk cId="0" sldId="267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69"/>
        </pc:sldMkLst>
      </pc:sldChg>
      <pc:sldChg chg="add del">
        <pc:chgData name="Manish Karan J M" userId="09241480-7efc-4aac-a461-24bf94c9b650" providerId="ADAL" clId="{99EDA4A9-3CF1-4749-A6D8-C5B5A6223304}" dt="2026-01-07T11:33:12.582" v="94" actId="47"/>
        <pc:sldMkLst>
          <pc:docMk/>
          <pc:sldMk cId="3220135407" sldId="272"/>
        </pc:sldMkLst>
      </pc:sldChg>
      <pc:sldChg chg="add del">
        <pc:chgData name="Manish Karan J M" userId="09241480-7efc-4aac-a461-24bf94c9b650" providerId="ADAL" clId="{99EDA4A9-3CF1-4749-A6D8-C5B5A6223304}" dt="2026-01-07T11:33:09.965" v="93" actId="47"/>
        <pc:sldMkLst>
          <pc:docMk/>
          <pc:sldMk cId="1068655445" sldId="273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1699488653" sldId="274"/>
        </pc:sldMkLst>
      </pc:sldChg>
      <pc:sldChg chg="add del">
        <pc:chgData name="Manish Karan J M" userId="09241480-7efc-4aac-a461-24bf94c9b650" providerId="ADAL" clId="{99EDA4A9-3CF1-4749-A6D8-C5B5A6223304}" dt="2026-01-07T11:32:34.620" v="88" actId="47"/>
        <pc:sldMkLst>
          <pc:docMk/>
          <pc:sldMk cId="0" sldId="276"/>
        </pc:sldMkLst>
      </pc:sldChg>
      <pc:sldChg chg="add del">
        <pc:chgData name="Manish Karan J M" userId="09241480-7efc-4aac-a461-24bf94c9b650" providerId="ADAL" clId="{99EDA4A9-3CF1-4749-A6D8-C5B5A6223304}" dt="2026-01-07T11:32:37.682" v="89" actId="47"/>
        <pc:sldMkLst>
          <pc:docMk/>
          <pc:sldMk cId="0" sldId="277"/>
        </pc:sldMkLst>
      </pc:sldChg>
      <pc:sldChg chg="add del">
        <pc:chgData name="Manish Karan J M" userId="09241480-7efc-4aac-a461-24bf94c9b650" providerId="ADAL" clId="{99EDA4A9-3CF1-4749-A6D8-C5B5A6223304}" dt="2026-01-07T11:32:40.386" v="90" actId="47"/>
        <pc:sldMkLst>
          <pc:docMk/>
          <pc:sldMk cId="0" sldId="278"/>
        </pc:sldMkLst>
      </pc:sldChg>
      <pc:sldChg chg="add del">
        <pc:chgData name="Manish Karan J M" userId="09241480-7efc-4aac-a461-24bf94c9b650" providerId="ADAL" clId="{99EDA4A9-3CF1-4749-A6D8-C5B5A6223304}" dt="2026-01-07T11:32:44.893" v="91" actId="47"/>
        <pc:sldMkLst>
          <pc:docMk/>
          <pc:sldMk cId="0" sldId="279"/>
        </pc:sldMkLst>
      </pc:sldChg>
      <pc:sldChg chg="add del">
        <pc:chgData name="Manish Karan J M" userId="09241480-7efc-4aac-a461-24bf94c9b650" providerId="ADAL" clId="{99EDA4A9-3CF1-4749-A6D8-C5B5A6223304}" dt="2026-01-07T11:32:48.451" v="92" actId="47"/>
        <pc:sldMkLst>
          <pc:docMk/>
          <pc:sldMk cId="0" sldId="280"/>
        </pc:sldMkLst>
      </pc:sldChg>
      <pc:sldChg chg="modSp add mod">
        <pc:chgData name="Manish Karan J M" userId="09241480-7efc-4aac-a461-24bf94c9b650" providerId="ADAL" clId="{99EDA4A9-3CF1-4749-A6D8-C5B5A6223304}" dt="2025-12-23T03:47:17.126" v="32" actId="1076"/>
        <pc:sldMkLst>
          <pc:docMk/>
          <pc:sldMk cId="0" sldId="281"/>
        </pc:sldMkLst>
        <pc:spChg chg="mod">
          <ac:chgData name="Manish Karan J M" userId="09241480-7efc-4aac-a461-24bf94c9b650" providerId="ADAL" clId="{99EDA4A9-3CF1-4749-A6D8-C5B5A6223304}" dt="2025-12-23T03:47:17.126" v="32" actId="1076"/>
          <ac:spMkLst>
            <pc:docMk/>
            <pc:sldMk cId="0" sldId="281"/>
            <ac:spMk id="12" creationId="{00000000-0000-0000-0000-000000000000}"/>
          </ac:spMkLst>
        </pc:spChg>
      </pc:sldChg>
      <pc:sldChg chg="delSp modSp del mod ord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82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283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87"/>
        </pc:sldMkLst>
      </pc:sldChg>
      <pc:sldChg chg="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89"/>
        </pc:sldMkLst>
      </pc:sldChg>
      <pc:sldChg chg="add del">
        <pc:chgData name="Manish Karan J M" userId="09241480-7efc-4aac-a461-24bf94c9b650" providerId="ADAL" clId="{99EDA4A9-3CF1-4749-A6D8-C5B5A6223304}" dt="2026-01-07T09:27:20.096" v="52" actId="47"/>
        <pc:sldMkLst>
          <pc:docMk/>
          <pc:sldMk cId="0" sldId="293"/>
        </pc:sldMkLst>
      </pc:sldChg>
      <pc:sldChg chg="add del">
        <pc:chgData name="Manish Karan J M" userId="09241480-7efc-4aac-a461-24bf94c9b650" providerId="ADAL" clId="{99EDA4A9-3CF1-4749-A6D8-C5B5A6223304}" dt="2026-01-07T09:29:06.704" v="55" actId="47"/>
        <pc:sldMkLst>
          <pc:docMk/>
          <pc:sldMk cId="0" sldId="294"/>
        </pc:sldMkLst>
      </pc:sldChg>
      <pc:sldChg chg="addSp delSp modSp add mod">
        <pc:chgData name="Manish Karan J M" userId="09241480-7efc-4aac-a461-24bf94c9b650" providerId="ADAL" clId="{99EDA4A9-3CF1-4749-A6D8-C5B5A6223304}" dt="2026-01-07T09:07:45.680" v="49" actId="1076"/>
        <pc:sldMkLst>
          <pc:docMk/>
          <pc:sldMk cId="0" sldId="295"/>
        </pc:sldMkLst>
        <pc:picChg chg="add del mod modCrop">
          <ac:chgData name="Manish Karan J M" userId="09241480-7efc-4aac-a461-24bf94c9b650" providerId="ADAL" clId="{99EDA4A9-3CF1-4749-A6D8-C5B5A6223304}" dt="2026-01-07T09:07:37.628" v="45" actId="21"/>
          <ac:picMkLst>
            <pc:docMk/>
            <pc:sldMk cId="0" sldId="295"/>
            <ac:picMk id="12" creationId="{B4606AA2-71DA-EFBF-9AEE-444042E90E40}"/>
          </ac:picMkLst>
        </pc:picChg>
        <pc:picChg chg="add mod">
          <ac:chgData name="Manish Karan J M" userId="09241480-7efc-4aac-a461-24bf94c9b650" providerId="ADAL" clId="{99EDA4A9-3CF1-4749-A6D8-C5B5A6223304}" dt="2026-01-07T09:07:45.680" v="49" actId="1076"/>
          <ac:picMkLst>
            <pc:docMk/>
            <pc:sldMk cId="0" sldId="295"/>
            <ac:picMk id="13" creationId="{B4606AA2-71DA-EFBF-9AEE-444042E90E40}"/>
          </ac:picMkLst>
        </pc:picChg>
        <pc:picChg chg="del">
          <ac:chgData name="Manish Karan J M" userId="09241480-7efc-4aac-a461-24bf94c9b650" providerId="ADAL" clId="{99EDA4A9-3CF1-4749-A6D8-C5B5A6223304}" dt="2026-01-07T09:00:38.737" v="36" actId="478"/>
          <ac:picMkLst>
            <pc:docMk/>
            <pc:sldMk cId="0" sldId="295"/>
            <ac:picMk id="15" creationId="{13F71DC4-BF9A-0509-3807-BA02C738B42A}"/>
          </ac:picMkLst>
        </pc:picChg>
      </pc:sldChg>
      <pc:sldChg chg="add del">
        <pc:chgData name="Manish Karan J M" userId="09241480-7efc-4aac-a461-24bf94c9b650" providerId="ADAL" clId="{99EDA4A9-3CF1-4749-A6D8-C5B5A6223304}" dt="2026-01-07T11:31:53.889" v="81" actId="47"/>
        <pc:sldMkLst>
          <pc:docMk/>
          <pc:sldMk cId="0" sldId="299"/>
        </pc:sldMkLst>
      </pc:sldChg>
      <pc:sldChg chg="add del">
        <pc:chgData name="Manish Karan J M" userId="09241480-7efc-4aac-a461-24bf94c9b650" providerId="ADAL" clId="{99EDA4A9-3CF1-4749-A6D8-C5B5A6223304}" dt="2026-01-07T11:31:56.609" v="82" actId="47"/>
        <pc:sldMkLst>
          <pc:docMk/>
          <pc:sldMk cId="0" sldId="300"/>
        </pc:sldMkLst>
      </pc:sldChg>
      <pc:sldChg chg="add del">
        <pc:chgData name="Manish Karan J M" userId="09241480-7efc-4aac-a461-24bf94c9b650" providerId="ADAL" clId="{99EDA4A9-3CF1-4749-A6D8-C5B5A6223304}" dt="2026-01-07T11:32:10.876" v="84" actId="47"/>
        <pc:sldMkLst>
          <pc:docMk/>
          <pc:sldMk cId="704384318" sldId="301"/>
        </pc:sldMkLst>
      </pc:sldChg>
      <pc:sldChg chg="add del">
        <pc:chgData name="Manish Karan J M" userId="09241480-7efc-4aac-a461-24bf94c9b650" providerId="ADAL" clId="{99EDA4A9-3CF1-4749-A6D8-C5B5A6223304}" dt="2026-01-07T11:32:15.765" v="85" actId="47"/>
        <pc:sldMkLst>
          <pc:docMk/>
          <pc:sldMk cId="0" sldId="302"/>
        </pc:sldMkLst>
      </pc:sldChg>
      <pc:sldChg chg="add del">
        <pc:chgData name="Manish Karan J M" userId="09241480-7efc-4aac-a461-24bf94c9b650" providerId="ADAL" clId="{99EDA4A9-3CF1-4749-A6D8-C5B5A6223304}" dt="2026-01-07T11:32:18.173" v="86" actId="47"/>
        <pc:sldMkLst>
          <pc:docMk/>
          <pc:sldMk cId="0" sldId="303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3680149707" sldId="306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307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2721306482" sldId="310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0" sldId="311"/>
        </pc:sldMkLst>
      </pc:sldChg>
      <pc:sldChg chg="add">
        <pc:chgData name="Manish Karan J M" userId="09241480-7efc-4aac-a461-24bf94c9b650" providerId="ADAL" clId="{99EDA4A9-3CF1-4749-A6D8-C5B5A6223304}" dt="2026-01-07T09:29:08.653" v="56"/>
        <pc:sldMkLst>
          <pc:docMk/>
          <pc:sldMk cId="430074388" sldId="311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430074388" sldId="312"/>
        </pc:sldMkLst>
      </pc:sldChg>
      <pc:sldChg chg="add del">
        <pc:chgData name="Manish Karan J M" userId="09241480-7efc-4aac-a461-24bf94c9b650" providerId="ADAL" clId="{99EDA4A9-3CF1-4749-A6D8-C5B5A6223304}" dt="2026-01-07T11:30:33.727" v="58" actId="47"/>
        <pc:sldMkLst>
          <pc:docMk/>
          <pc:sldMk cId="1038671076" sldId="312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1038671076" sldId="313"/>
        </pc:sldMkLst>
      </pc:sldChg>
      <pc:sldChg chg="modSp add mod">
        <pc:chgData name="Manish Karan J M" userId="09241480-7efc-4aac-a461-24bf94c9b650" providerId="ADAL" clId="{99EDA4A9-3CF1-4749-A6D8-C5B5A6223304}" dt="2026-01-07T11:30:59.835" v="64" actId="20577"/>
        <pc:sldMkLst>
          <pc:docMk/>
          <pc:sldMk cId="3527489826" sldId="313"/>
        </pc:sldMkLst>
        <pc:spChg chg="mod">
          <ac:chgData name="Manish Karan J M" userId="09241480-7efc-4aac-a461-24bf94c9b650" providerId="ADAL" clId="{99EDA4A9-3CF1-4749-A6D8-C5B5A6223304}" dt="2026-01-07T11:30:59.835" v="64" actId="20577"/>
          <ac:spMkLst>
            <pc:docMk/>
            <pc:sldMk cId="3527489826" sldId="313"/>
            <ac:spMk id="57" creationId="{3F9EFB4A-7E09-AB61-A046-AF3C781A3D19}"/>
          </ac:spMkLst>
        </pc:spChg>
      </pc:sldChg>
      <pc:sldChg chg="add del">
        <pc:chgData name="Manish Karan J M" userId="09241480-7efc-4aac-a461-24bf94c9b650" providerId="ADAL" clId="{99EDA4A9-3CF1-4749-A6D8-C5B5A6223304}" dt="2026-01-07T11:30:36.808" v="59" actId="47"/>
        <pc:sldMkLst>
          <pc:docMk/>
          <pc:sldMk cId="1094931183" sldId="314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3527489826" sldId="314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1094931183" sldId="315"/>
        </pc:sldMkLst>
      </pc:sldChg>
      <pc:sldChg chg="add del">
        <pc:chgData name="Manish Karan J M" userId="09241480-7efc-4aac-a461-24bf94c9b650" providerId="ADAL" clId="{99EDA4A9-3CF1-4749-A6D8-C5B5A6223304}" dt="2026-01-07T11:30:40.872" v="60" actId="47"/>
        <pc:sldMkLst>
          <pc:docMk/>
          <pc:sldMk cId="3541340051" sldId="315"/>
        </pc:sldMkLst>
      </pc:sldChg>
      <pc:sldChg chg="add del">
        <pc:chgData name="Manish Karan J M" userId="09241480-7efc-4aac-a461-24bf94c9b650" providerId="ADAL" clId="{99EDA4A9-3CF1-4749-A6D8-C5B5A6223304}" dt="2026-01-07T11:30:43.096" v="61" actId="47"/>
        <pc:sldMkLst>
          <pc:docMk/>
          <pc:sldMk cId="2097399626" sldId="316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3541340051" sldId="316"/>
        </pc:sldMkLst>
      </pc:sldChg>
      <pc:sldChg chg="add del">
        <pc:chgData name="Manish Karan J M" userId="09241480-7efc-4aac-a461-24bf94c9b650" providerId="ADAL" clId="{99EDA4A9-3CF1-4749-A6D8-C5B5A6223304}" dt="2026-01-07T11:30:44.434" v="62" actId="47"/>
        <pc:sldMkLst>
          <pc:docMk/>
          <pc:sldMk cId="237287862" sldId="317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2097399626" sldId="317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237287862" sldId="318"/>
        </pc:sldMkLst>
      </pc:sldChg>
      <pc:sldChg chg="modSp add mod">
        <pc:chgData name="Manish Karan J M" userId="09241480-7efc-4aac-a461-24bf94c9b650" providerId="ADAL" clId="{99EDA4A9-3CF1-4749-A6D8-C5B5A6223304}" dt="2026-01-07T11:31:26.224" v="79" actId="20577"/>
        <pc:sldMkLst>
          <pc:docMk/>
          <pc:sldMk cId="2972511167" sldId="318"/>
        </pc:sldMkLst>
        <pc:spChg chg="mod">
          <ac:chgData name="Manish Karan J M" userId="09241480-7efc-4aac-a461-24bf94c9b650" providerId="ADAL" clId="{99EDA4A9-3CF1-4749-A6D8-C5B5A6223304}" dt="2026-01-07T11:31:26.224" v="79" actId="20577"/>
          <ac:spMkLst>
            <pc:docMk/>
            <pc:sldMk cId="2972511167" sldId="318"/>
            <ac:spMk id="57" creationId="{845ED36B-8E4E-4D9E-3E27-B7363B9B88E5}"/>
          </ac:spMkLst>
        </pc:spChg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2972511167" sldId="319"/>
        </pc:sldMkLst>
      </pc:sldChg>
      <pc:sldChg chg="add">
        <pc:chgData name="Manish Karan J M" userId="09241480-7efc-4aac-a461-24bf94c9b650" providerId="ADAL" clId="{99EDA4A9-3CF1-4749-A6D8-C5B5A6223304}" dt="2026-01-07T09:29:08.653" v="56"/>
        <pc:sldMkLst>
          <pc:docMk/>
          <pc:sldMk cId="3741430507" sldId="319"/>
        </pc:sldMkLst>
      </pc:sldChg>
      <pc:sldChg chg="add del">
        <pc:chgData name="Manish Karan J M" userId="09241480-7efc-4aac-a461-24bf94c9b650" providerId="ADAL" clId="{99EDA4A9-3CF1-4749-A6D8-C5B5A6223304}" dt="2026-01-07T11:32:04.648" v="83" actId="47"/>
        <pc:sldMkLst>
          <pc:docMk/>
          <pc:sldMk cId="0" sldId="320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3741430507" sldId="320"/>
        </pc:sldMkLst>
      </pc:sldChg>
      <pc:sldChg chg="add del">
        <pc:chgData name="Manish Karan J M" userId="09241480-7efc-4aac-a461-24bf94c9b650" providerId="ADAL" clId="{99EDA4A9-3CF1-4749-A6D8-C5B5A6223304}" dt="2026-01-07T09:29:08.653" v="56"/>
        <pc:sldMkLst>
          <pc:docMk/>
          <pc:sldMk cId="0" sldId="321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0" sldId="322"/>
        </pc:sldMkLst>
      </pc:sldChg>
      <pc:sldChg chg="add del">
        <pc:chgData name="Manish Karan J M" userId="09241480-7efc-4aac-a461-24bf94c9b650" providerId="ADAL" clId="{99EDA4A9-3CF1-4749-A6D8-C5B5A6223304}" dt="2026-01-07T09:28:57.508" v="54"/>
        <pc:sldMkLst>
          <pc:docMk/>
          <pc:sldMk cId="0" sldId="323"/>
        </pc:sldMkLst>
      </pc:sldChg>
      <pc:sldChg chg="add del">
        <pc:chgData name="Manish Karan J M" userId="09241480-7efc-4aac-a461-24bf94c9b650" providerId="ADAL" clId="{99EDA4A9-3CF1-4749-A6D8-C5B5A6223304}" dt="2026-01-07T09:26:35.622" v="51"/>
        <pc:sldMkLst>
          <pc:docMk/>
          <pc:sldMk cId="2431302055" sldId="3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58D8B-6A7C-4D21-A403-FF7909DD68DD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3299E-318E-4B5A-9DD5-F229984BD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5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narasimha@bilvantis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228320"/>
            <a:ext cx="12319200" cy="7553520"/>
            <a:chOff x="0" y="0"/>
            <a:chExt cx="16425600" cy="10071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25545" cy="10071354"/>
            </a:xfrm>
            <a:custGeom>
              <a:avLst/>
              <a:gdLst/>
              <a:ahLst/>
              <a:cxnLst/>
              <a:rect l="l" t="t" r="r" b="b"/>
              <a:pathLst>
                <a:path w="16425545" h="10071354">
                  <a:moveTo>
                    <a:pt x="0" y="0"/>
                  </a:moveTo>
                  <a:lnTo>
                    <a:pt x="16425545" y="0"/>
                  </a:lnTo>
                  <a:lnTo>
                    <a:pt x="16425545" y="10071354"/>
                  </a:lnTo>
                  <a:lnTo>
                    <a:pt x="0" y="10071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3" b="-3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880" y="3762360"/>
            <a:ext cx="8577000" cy="2079720"/>
            <a:chOff x="0" y="0"/>
            <a:chExt cx="11436000" cy="2772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5969" cy="2772918"/>
            </a:xfrm>
            <a:custGeom>
              <a:avLst/>
              <a:gdLst/>
              <a:ahLst/>
              <a:cxnLst/>
              <a:rect l="l" t="t" r="r" b="b"/>
              <a:pathLst>
                <a:path w="11435969" h="2772918">
                  <a:moveTo>
                    <a:pt x="0" y="0"/>
                  </a:moveTo>
                  <a:lnTo>
                    <a:pt x="11435969" y="0"/>
                  </a:lnTo>
                  <a:lnTo>
                    <a:pt x="11435969" y="2772918"/>
                  </a:lnTo>
                  <a:lnTo>
                    <a:pt x="0" y="2772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3" b="-8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87120" y="1450800"/>
            <a:ext cx="7400880" cy="7807680"/>
            <a:chOff x="0" y="0"/>
            <a:chExt cx="9867840" cy="10410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67900" cy="10410190"/>
            </a:xfrm>
            <a:custGeom>
              <a:avLst/>
              <a:gdLst/>
              <a:ahLst/>
              <a:cxnLst/>
              <a:rect l="l" t="t" r="r" b="b"/>
              <a:pathLst>
                <a:path w="9867900" h="10410190">
                  <a:moveTo>
                    <a:pt x="0" y="0"/>
                  </a:moveTo>
                  <a:lnTo>
                    <a:pt x="9867900" y="0"/>
                  </a:lnTo>
                  <a:lnTo>
                    <a:pt x="9867900" y="10410190"/>
                  </a:lnTo>
                  <a:lnTo>
                    <a:pt x="0" y="10410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" b="-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82480" y="9297810"/>
            <a:ext cx="9469440" cy="4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00">
                <a:solidFill>
                  <a:srgbClr val="07439C"/>
                </a:solidFill>
                <a:latin typeface="Poppins"/>
                <a:ea typeface="Poppins"/>
                <a:cs typeface="Poppins"/>
                <a:sym typeface="Poppins"/>
              </a:rPr>
              <a:t>TRANSFORMING BUSINESS OUTCOMES WITH INNOVATIVE SOLUTIONS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2480" y="334890"/>
            <a:ext cx="2203560" cy="35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www.bilvantis.io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65200" y="212850"/>
            <a:ext cx="3909960" cy="35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linkedin.com/bilvantistechnologies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774720" cy="10287000"/>
            <a:chOff x="0" y="0"/>
            <a:chExt cx="1032960" cy="1371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3018" cy="13716000"/>
            </a:xfrm>
            <a:custGeom>
              <a:avLst/>
              <a:gdLst/>
              <a:ahLst/>
              <a:cxnLst/>
              <a:rect l="l" t="t" r="r" b="b"/>
              <a:pathLst>
                <a:path w="1033018" h="13716000">
                  <a:moveTo>
                    <a:pt x="0" y="0"/>
                  </a:moveTo>
                  <a:lnTo>
                    <a:pt x="1033018" y="0"/>
                  </a:lnTo>
                  <a:lnTo>
                    <a:pt x="103301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B6E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4160" y="9644040"/>
            <a:ext cx="264960" cy="264960"/>
            <a:chOff x="0" y="0"/>
            <a:chExt cx="353280" cy="353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3314" cy="353314"/>
            </a:xfrm>
            <a:custGeom>
              <a:avLst/>
              <a:gdLst/>
              <a:ahLst/>
              <a:cxnLst/>
              <a:rect l="l" t="t" r="r" b="b"/>
              <a:pathLst>
                <a:path w="353314" h="353314">
                  <a:moveTo>
                    <a:pt x="176657" y="0"/>
                  </a:moveTo>
                  <a:cubicBezTo>
                    <a:pt x="78994" y="0"/>
                    <a:pt x="0" y="78994"/>
                    <a:pt x="0" y="176657"/>
                  </a:cubicBezTo>
                  <a:cubicBezTo>
                    <a:pt x="0" y="274320"/>
                    <a:pt x="78994" y="353314"/>
                    <a:pt x="176657" y="353314"/>
                  </a:cubicBezTo>
                  <a:cubicBezTo>
                    <a:pt x="274320" y="353314"/>
                    <a:pt x="353314" y="274320"/>
                    <a:pt x="353314" y="176657"/>
                  </a:cubicBezTo>
                  <a:cubicBezTo>
                    <a:pt x="353314" y="78994"/>
                    <a:pt x="274193" y="0"/>
                    <a:pt x="17665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4160" y="9201240"/>
            <a:ext cx="264960" cy="264960"/>
            <a:chOff x="0" y="0"/>
            <a:chExt cx="353280" cy="353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3314" cy="353314"/>
            </a:xfrm>
            <a:custGeom>
              <a:avLst/>
              <a:gdLst/>
              <a:ahLst/>
              <a:cxnLst/>
              <a:rect l="l" t="t" r="r" b="b"/>
              <a:pathLst>
                <a:path w="353314" h="353314">
                  <a:moveTo>
                    <a:pt x="176657" y="0"/>
                  </a:moveTo>
                  <a:cubicBezTo>
                    <a:pt x="78994" y="0"/>
                    <a:pt x="0" y="78994"/>
                    <a:pt x="0" y="176657"/>
                  </a:cubicBezTo>
                  <a:cubicBezTo>
                    <a:pt x="0" y="274320"/>
                    <a:pt x="78994" y="353314"/>
                    <a:pt x="176657" y="353314"/>
                  </a:cubicBezTo>
                  <a:cubicBezTo>
                    <a:pt x="274320" y="353314"/>
                    <a:pt x="353314" y="274320"/>
                    <a:pt x="353314" y="176657"/>
                  </a:cubicBezTo>
                  <a:cubicBezTo>
                    <a:pt x="353314" y="78994"/>
                    <a:pt x="274193" y="0"/>
                    <a:pt x="17665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259480" y="181080"/>
            <a:ext cx="839520" cy="847800"/>
            <a:chOff x="0" y="0"/>
            <a:chExt cx="1119360" cy="1130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19378" cy="1130427"/>
            </a:xfrm>
            <a:custGeom>
              <a:avLst/>
              <a:gdLst/>
              <a:ahLst/>
              <a:cxnLst/>
              <a:rect l="l" t="t" r="r" b="b"/>
              <a:pathLst>
                <a:path w="1119378" h="1130427">
                  <a:moveTo>
                    <a:pt x="0" y="0"/>
                  </a:moveTo>
                  <a:lnTo>
                    <a:pt x="1119378" y="0"/>
                  </a:lnTo>
                  <a:lnTo>
                    <a:pt x="1119378" y="1130427"/>
                  </a:lnTo>
                  <a:lnTo>
                    <a:pt x="0" y="1130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" r="-32"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00280" y="384015"/>
            <a:ext cx="10078920" cy="94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3"/>
              </a:lnSpc>
            </a:pPr>
            <a:r>
              <a:rPr lang="en-US" sz="60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id="26" name="TextBox 26"/>
          <p:cNvSpPr txBox="1"/>
          <p:nvPr/>
        </p:nvSpPr>
        <p:spPr>
          <a:xfrm rot="-5406600">
            <a:off x="-1282620" y="1229893"/>
            <a:ext cx="3179880" cy="52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www.bilvantis.io</a:t>
            </a:r>
          </a:p>
        </p:txBody>
      </p:sp>
    </p:spTree>
    <p:extLst>
      <p:ext uri="{BB962C8B-B14F-4D97-AF65-F5344CB8AC3E}">
        <p14:creationId xmlns:p14="http://schemas.microsoft.com/office/powerpoint/2010/main" val="169948865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6520"/>
            <a:ext cx="18288000" cy="11230200"/>
            <a:chOff x="0" y="0"/>
            <a:chExt cx="24384000" cy="1497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973554"/>
            </a:xfrm>
            <a:custGeom>
              <a:avLst/>
              <a:gdLst/>
              <a:ahLst/>
              <a:cxnLst/>
              <a:rect l="l" t="t" r="r" b="b"/>
              <a:pathLst>
                <a:path w="24384000" h="14973554">
                  <a:moveTo>
                    <a:pt x="0" y="0"/>
                  </a:moveTo>
                  <a:lnTo>
                    <a:pt x="24384000" y="0"/>
                  </a:lnTo>
                  <a:lnTo>
                    <a:pt x="24384000" y="14973554"/>
                  </a:lnTo>
                  <a:lnTo>
                    <a:pt x="0" y="14973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" r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322080" y="339840"/>
            <a:ext cx="5683320" cy="1377720"/>
            <a:chOff x="0" y="0"/>
            <a:chExt cx="7577760" cy="1836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77709" cy="1836928"/>
            </a:xfrm>
            <a:custGeom>
              <a:avLst/>
              <a:gdLst/>
              <a:ahLst/>
              <a:cxnLst/>
              <a:rect l="l" t="t" r="r" b="b"/>
              <a:pathLst>
                <a:path w="7577709" h="1836928">
                  <a:moveTo>
                    <a:pt x="0" y="0"/>
                  </a:moveTo>
                  <a:lnTo>
                    <a:pt x="7577709" y="0"/>
                  </a:lnTo>
                  <a:lnTo>
                    <a:pt x="7577709" y="1836928"/>
                  </a:lnTo>
                  <a:lnTo>
                    <a:pt x="0" y="183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6" b="-9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9800" y="9029610"/>
            <a:ext cx="11739600" cy="119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LEADING-EDGE IT SOLUTIONS PROVIDER THAT </a:t>
            </a:r>
          </a:p>
          <a:p>
            <a:pPr algn="l">
              <a:lnSpc>
                <a:spcPts val="2974"/>
              </a:lnSpc>
            </a:pPr>
            <a:r>
              <a:rPr lang="en-US" sz="21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DELIVERS ADVANCED RAPID TRANSFORMATIONS</a:t>
            </a:r>
          </a:p>
          <a:p>
            <a:pPr algn="l">
              <a:lnSpc>
                <a:spcPts val="2974"/>
              </a:lnSpc>
            </a:pPr>
            <a:endParaRPr lang="en-US" sz="2100" b="1">
              <a:solidFill>
                <a:srgbClr val="07439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82480" y="277650"/>
            <a:ext cx="2203560" cy="41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0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www.bilvantis.io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27040" y="9229770"/>
            <a:ext cx="4878360" cy="41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2000" b="1">
                <a:solidFill>
                  <a:srgbClr val="1DB9EF"/>
                </a:solidFill>
                <a:latin typeface="Poppins Bold"/>
                <a:ea typeface="Poppins Bold"/>
                <a:cs typeface="Poppins Bold"/>
                <a:sym typeface="Poppins Bold"/>
              </a:rPr>
              <a:t>linkedin.com/bilvantistechnologies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04280" y="6496200"/>
            <a:ext cx="50760" cy="1671480"/>
            <a:chOff x="0" y="0"/>
            <a:chExt cx="67680" cy="222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691" cy="2228596"/>
            </a:xfrm>
            <a:custGeom>
              <a:avLst/>
              <a:gdLst/>
              <a:ahLst/>
              <a:cxnLst/>
              <a:rect l="l" t="t" r="r" b="b"/>
              <a:pathLst>
                <a:path w="67691" h="2228596">
                  <a:moveTo>
                    <a:pt x="67691" y="0"/>
                  </a:moveTo>
                  <a:lnTo>
                    <a:pt x="67691" y="2228596"/>
                  </a:lnTo>
                  <a:lnTo>
                    <a:pt x="0" y="2228596"/>
                  </a:lnTo>
                  <a:lnTo>
                    <a:pt x="0" y="0"/>
                  </a:lnTo>
                  <a:lnTo>
                    <a:pt x="67691" y="0"/>
                  </a:lnTo>
                  <a:close/>
                </a:path>
              </a:pathLst>
            </a:custGeom>
            <a:solidFill>
              <a:srgbClr val="1DB6E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834480" y="6381585"/>
            <a:ext cx="3983040" cy="194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USA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5601 Executive Dr, 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Suite 500, Office-513, 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Irving, Texas 75038, US</a:t>
            </a:r>
          </a:p>
          <a:p>
            <a:pPr algn="ctr">
              <a:lnSpc>
                <a:spcPts val="3024"/>
              </a:lnSpc>
            </a:pPr>
            <a:endParaRPr lang="en-US" sz="24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96080" y="3943305"/>
            <a:ext cx="4583160" cy="194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Narasimha Rao Vadde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Founder &amp; CEO</a:t>
            </a:r>
          </a:p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1DB6EC"/>
                </a:solidFill>
                <a:latin typeface="Poppins Bold"/>
                <a:ea typeface="Poppins Bold"/>
                <a:cs typeface="Poppins Bold"/>
                <a:sym typeface="Poppins Bold"/>
              </a:rPr>
              <a:t>E: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u="sng">
                <a:solidFill>
                  <a:srgbClr val="0000EE"/>
                </a:solidFill>
                <a:latin typeface="Poppins"/>
                <a:ea typeface="Poppins"/>
                <a:cs typeface="Poppins"/>
                <a:sym typeface="Poppins"/>
                <a:hlinkClick r:id="rId4" tooltip="mailto:narasimha@bilvantis.io"/>
              </a:rPr>
              <a:t>narasimha@bilvantis.io</a:t>
            </a:r>
          </a:p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1DB6EC"/>
                </a:solidFill>
                <a:latin typeface="Poppins Bold"/>
                <a:ea typeface="Poppins Bold"/>
                <a:cs typeface="Poppins Bold"/>
                <a:sym typeface="Poppins Bold"/>
              </a:rPr>
              <a:t>M: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+1 943 888 1238</a:t>
            </a:r>
          </a:p>
          <a:p>
            <a:pPr algn="ctr">
              <a:lnSpc>
                <a:spcPts val="30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+91 98666 01238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4480" y="2155935"/>
            <a:ext cx="3186360" cy="65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13240" y="6372060"/>
            <a:ext cx="5570280" cy="157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1">
                <a:solidFill>
                  <a:srgbClr val="07439C"/>
                </a:solidFill>
                <a:latin typeface="Poppins Bold"/>
                <a:ea typeface="Poppins Bold"/>
                <a:cs typeface="Poppins Bold"/>
                <a:sym typeface="Poppins Bold"/>
              </a:rPr>
              <a:t>India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Square, 110, Block B, 3rd Floor, Financial District, Hyderabad, Telangana 500032, IN.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8b4932-09ff-46c7-8d21-dd323c9d58fc">
      <Terms xmlns="http://schemas.microsoft.com/office/infopath/2007/PartnerControls"/>
    </lcf76f155ced4ddcb4097134ff3c332f>
    <TaxCatchAll xmlns="c549a045-72ad-483e-9214-928073a1c21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96DF9C461AC4DB8FC2473E0BD792E" ma:contentTypeVersion="10" ma:contentTypeDescription="Create a new document." ma:contentTypeScope="" ma:versionID="e6ac19cb18c212f1d9149d73807b9f83">
  <xsd:schema xmlns:xsd="http://www.w3.org/2001/XMLSchema" xmlns:xs="http://www.w3.org/2001/XMLSchema" xmlns:p="http://schemas.microsoft.com/office/2006/metadata/properties" xmlns:ns2="5b8b4932-09ff-46c7-8d21-dd323c9d58fc" xmlns:ns3="c549a045-72ad-483e-9214-928073a1c21f" targetNamespace="http://schemas.microsoft.com/office/2006/metadata/properties" ma:root="true" ma:fieldsID="b502164378ac3b892e45043d84a896d0" ns2:_="" ns3:_="">
    <xsd:import namespace="5b8b4932-09ff-46c7-8d21-dd323c9d58fc"/>
    <xsd:import namespace="c549a045-72ad-483e-9214-928073a1c2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8b4932-09ff-46c7-8d21-dd323c9d58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369f8d-b9b7-4eb5-b471-45cd1aac9d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9a045-72ad-483e-9214-928073a1c21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3c6341-3c23-416c-8dde-17bca484d5a1}" ma:internalName="TaxCatchAll" ma:showField="CatchAllData" ma:web="c549a045-72ad-483e-9214-928073a1c2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FDD4F9-6281-4C86-A0BF-00D7B3AB2498}">
  <ds:schemaRefs>
    <ds:schemaRef ds:uri="http://schemas.microsoft.com/office/2006/metadata/properties"/>
    <ds:schemaRef ds:uri="http://schemas.microsoft.com/office/infopath/2007/PartnerControls"/>
    <ds:schemaRef ds:uri="5b8b4932-09ff-46c7-8d21-dd323c9d58fc"/>
    <ds:schemaRef ds:uri="c549a045-72ad-483e-9214-928073a1c21f"/>
  </ds:schemaRefs>
</ds:datastoreItem>
</file>

<file path=customXml/itemProps2.xml><?xml version="1.0" encoding="utf-8"?>
<ds:datastoreItem xmlns:ds="http://schemas.openxmlformats.org/officeDocument/2006/customXml" ds:itemID="{DD8A6B98-44E8-46A0-8B09-BFC086C469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8b4932-09ff-46c7-8d21-dd323c9d58fc"/>
    <ds:schemaRef ds:uri="c549a045-72ad-483e-9214-928073a1c2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3C93C6-1D85-4D64-B9E7-02EA3E307E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3062</TotalTime>
  <Words>108</Words>
  <Application>Microsoft Office PowerPoint</Application>
  <PresentationFormat>Custom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Poppins</vt:lpstr>
      <vt:lpstr>Poppins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</dc:title>
  <dc:creator>Manish.Jamalpur</dc:creator>
  <cp:lastModifiedBy>Sateesh Goud Danagoni</cp:lastModifiedBy>
  <cp:revision>21</cp:revision>
  <dcterms:created xsi:type="dcterms:W3CDTF">2006-08-16T00:00:00Z</dcterms:created>
  <dcterms:modified xsi:type="dcterms:W3CDTF">2026-01-29T02:04:50Z</dcterms:modified>
  <dc:identifier>DAGsd0IZWrM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0x010100BD896DF9C461AC4DB8FC2473E0BD792E</vt:lpwstr>
  </property>
  <property fmtid="{D5CDD505-2E9C-101B-9397-08002B2CF9AE}" pid="3" name="Order">
    <vt:lpwstr>16300.0000000000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</Properties>
</file>